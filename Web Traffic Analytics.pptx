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7A27A-1FFC-BD32-0129-89370609FA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54DF06-DC54-A897-E6D5-FECBC05414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53FE0-857B-554B-C7DD-AB552A5B7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BD6D9-C4E6-429E-95DA-51B043B6316A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0E03A-9EB9-A3C9-890E-15D092FA2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F945F-73D7-C23D-C0EF-338EECBC3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ECE9E-82BA-4B94-8B6B-633E55FBE1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5642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E7D73-F56C-A59B-E28A-8D6DBA3A9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D33E6-E5E0-AE52-987B-A45DE4EFD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E9CE3-5F48-99D9-E969-DB895EEC6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BD6D9-C4E6-429E-95DA-51B043B6316A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720D9-6164-C1D6-456B-FED54B6A9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09EEF-A50F-7268-F6B8-2492EFD8D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ECE9E-82BA-4B94-8B6B-633E55FBE1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4389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EE22D-7147-2035-49FC-742AB84A7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F5A8B9-18AC-F85E-41A1-7DB6DDB4BE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329E7-2AE8-121A-8548-CD2A2B279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BD6D9-C4E6-429E-95DA-51B043B6316A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A2FBD-6759-AC88-B199-32926B78A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F3133-E85B-A0DB-8432-7EE1B00E0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ECE9E-82BA-4B94-8B6B-633E55FBE1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1908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A9E77-4681-7611-5DC6-D1CF0C2B0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F92B3-38C8-3F8C-1DB9-EC3BE4E165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B42676-DCB2-0B62-3C89-6940BFB01B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C9C7FF-E1F6-677D-2F76-B3E941D7B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BD6D9-C4E6-429E-95DA-51B043B6316A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2AA61E-ABF3-F0C6-FD2C-8EC7505A7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D76F59-75C2-8939-3B6A-A31291472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ECE9E-82BA-4B94-8B6B-633E55FBE1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524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609C7-EED9-8B3B-2377-C03E25076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11E27F-4911-A9AF-B761-1BCD8FE26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4E9198-D0C8-C5AB-04F5-7EB12C9286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AE5640-7B55-0F27-702E-ADB1118A0F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EDBF53-2167-78A6-CA24-DFC3387D4C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54C77F-ADDE-462F-39CA-CF18C8019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BD6D9-C4E6-429E-95DA-51B043B6316A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8C38F2-1B95-199E-4061-432B74081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1E7F2E-13AC-5F46-79EA-A7F6C7AED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ECE9E-82BA-4B94-8B6B-633E55FBE1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232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B3427-0636-6965-61ED-5BC1E1F0F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87440F-2BDE-00B0-D8CA-C394C9C84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BD6D9-C4E6-429E-95DA-51B043B6316A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F2FB88-4692-9FCD-D1C8-58FCB3446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3860BC-877D-A0F4-6E21-FAE78D405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ECE9E-82BA-4B94-8B6B-633E55FBE1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4233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959AFD-D8CA-06EB-98CF-2D9324040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BD6D9-C4E6-429E-95DA-51B043B6316A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B30CDC-48A7-2755-DCBA-8C85A8A27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822275-5133-982A-7D47-C7847EF91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ECE9E-82BA-4B94-8B6B-633E55FBE1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003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C74C4-B7A0-5B4C-F742-D181487C2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8CDB2-40D3-4DAF-FB5D-622305C5A8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0A2853-111C-6E4A-47C5-7E380594E5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B5A7BF-010D-846A-4CD5-320F4645B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BD6D9-C4E6-429E-95DA-51B043B6316A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C48AE3-5E02-1F83-AFF8-819B3A9D5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EBBACA-E610-303E-A735-018081511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ECE9E-82BA-4B94-8B6B-633E55FBE1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5293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BBF2D-C45F-197C-474B-9B163A4A7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63FFED-74AA-CEB0-CF43-2428AE5CE0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72457-F5D5-AF3E-8DBD-0CB914E1AD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513497-0038-F713-8395-3497FF320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BD6D9-C4E6-429E-95DA-51B043B6316A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464E11-273C-BC98-3962-184FA2B8E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DE1D76-4293-23C2-A74B-9100B41B9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ECE9E-82BA-4B94-8B6B-633E55FBE1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8610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6D262-1645-819D-B264-5ECF5BD9B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F55F93-579D-D323-85B2-20CD23070E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B0A72-979C-7107-B0A1-F10CD19AA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BD6D9-C4E6-429E-95DA-51B043B6316A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8C022-1930-A76D-64A0-77FB810D2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101A9-9387-5D4A-1B4E-9CED4A5A6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ECE9E-82BA-4B94-8B6B-633E55FBE1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008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1D73AF-D1FA-1BA2-991D-0E3BCDC943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4DA407-31B9-011E-23B6-728C58FA32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EAD89-0D22-9536-6373-1352FDC78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BD6D9-C4E6-429E-95DA-51B043B6316A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DF5E0-965F-A9E6-CBB3-01CD1641D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89BC1-08C8-0CB2-187F-022565A60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ECE9E-82BA-4B94-8B6B-633E55FBE1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4207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C5D245-6E06-2F9F-EE2D-551EC7699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0128B5-3D28-765F-586F-1ABAC3833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06D4A-99BF-C7BA-4664-8AA07647B8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1BD6D9-C4E6-429E-95DA-51B043B6316A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98F60-53F9-AE3C-0FC0-5B2F8CC497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3067E-EF91-968A-9285-4FB6AA3320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6ECE9E-82BA-4B94-8B6B-633E55FBE1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999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F3132-69EE-7885-CD18-B31C58B3AF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A6470C-8353-D5C8-AE96-D1965BAA6F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F4EBA1-2DC0-5BAD-0EDB-D6F2C5A8B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820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6F8D2-C5DD-BA67-23B3-737370AB0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24595-EF1C-7027-8163-E77160DF7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FF58B0-AED5-AA4C-7CBA-752722C61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840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2D9D3-C43B-190C-BBD3-F9EE7031B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24D94-CC51-B1A7-627E-655FF469D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A3C173-8EEB-68D9-0BDB-E11EBC064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294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ACE4E-6A02-A1FF-1AD9-40B349AE9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F5AE5-66CF-624B-7B00-571C867ED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1F02B7-86F0-1562-02AC-5872F5C32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033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Debanjan Hati</dc:creator>
  <cp:lastModifiedBy>Debanjan Hati</cp:lastModifiedBy>
  <cp:revision>1</cp:revision>
  <dcterms:created xsi:type="dcterms:W3CDTF">2026-09-08T14:40:08Z</dcterms:created>
  <dcterms:modified xsi:type="dcterms:W3CDTF">2026-09-08T14:57:39Z</dcterms:modified>
</cp:coreProperties>
</file>